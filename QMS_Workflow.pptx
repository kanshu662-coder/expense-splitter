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5F5294-4AB5-45CD-8E81-B86EF13FE616}" v="6" dt="2026-05-22T10:04:20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nshu662@outlook.com" userId="860f1018bdd4e2e6" providerId="LiveId" clId="{E128FBA8-8DA0-4A28-89F0-EAEEF3D060D2}"/>
    <pc:docChg chg="custSel addSld delSld modSld">
      <pc:chgData name="akanshu662@outlook.com" userId="860f1018bdd4e2e6" providerId="LiveId" clId="{E128FBA8-8DA0-4A28-89F0-EAEEF3D060D2}" dt="2026-05-22T10:24:16.506" v="16" actId="20577"/>
      <pc:docMkLst>
        <pc:docMk/>
      </pc:docMkLst>
      <pc:sldChg chg="modSp mod">
        <pc:chgData name="akanshu662@outlook.com" userId="860f1018bdd4e2e6" providerId="LiveId" clId="{E128FBA8-8DA0-4A28-89F0-EAEEF3D060D2}" dt="2026-05-22T10:24:16.506" v="16" actId="20577"/>
        <pc:sldMkLst>
          <pc:docMk/>
          <pc:sldMk cId="0" sldId="258"/>
        </pc:sldMkLst>
        <pc:spChg chg="mod">
          <ac:chgData name="akanshu662@outlook.com" userId="860f1018bdd4e2e6" providerId="LiveId" clId="{E128FBA8-8DA0-4A28-89F0-EAEEF3D060D2}" dt="2026-05-22T10:24:16.506" v="16" actId="20577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add del mod setBg">
        <pc:chgData name="akanshu662@outlook.com" userId="860f1018bdd4e2e6" providerId="LiveId" clId="{E128FBA8-8DA0-4A28-89F0-EAEEF3D060D2}" dt="2026-05-22T10:04:37.128" v="12" actId="47"/>
        <pc:sldMkLst>
          <pc:docMk/>
          <pc:sldMk cId="3022053714" sldId="264"/>
        </pc:sldMkLst>
        <pc:spChg chg="del">
          <ac:chgData name="akanshu662@outlook.com" userId="860f1018bdd4e2e6" providerId="LiveId" clId="{E128FBA8-8DA0-4A28-89F0-EAEEF3D060D2}" dt="2026-05-22T10:04:06.718" v="7" actId="478"/>
          <ac:spMkLst>
            <pc:docMk/>
            <pc:sldMk cId="3022053714" sldId="264"/>
            <ac:spMk id="5" creationId="{51416AB2-1735-DEE8-8C2D-87BA7AAD0B96}"/>
          </ac:spMkLst>
        </pc:spChg>
        <pc:spChg chg="del">
          <ac:chgData name="akanshu662@outlook.com" userId="860f1018bdd4e2e6" providerId="LiveId" clId="{E128FBA8-8DA0-4A28-89F0-EAEEF3D060D2}" dt="2026-05-22T10:03:54.254" v="5" actId="478"/>
          <ac:spMkLst>
            <pc:docMk/>
            <pc:sldMk cId="3022053714" sldId="264"/>
            <ac:spMk id="6" creationId="{0651CC1B-4EF1-38CC-C4F5-19B64547B4BB}"/>
          </ac:spMkLst>
        </pc:spChg>
        <pc:spChg chg="del">
          <ac:chgData name="akanshu662@outlook.com" userId="860f1018bdd4e2e6" providerId="LiveId" clId="{E128FBA8-8DA0-4A28-89F0-EAEEF3D060D2}" dt="2026-05-22T10:03:54.254" v="5" actId="478"/>
          <ac:spMkLst>
            <pc:docMk/>
            <pc:sldMk cId="3022053714" sldId="264"/>
            <ac:spMk id="7" creationId="{99803555-F53E-4679-4027-B1A8FA7DF0A3}"/>
          </ac:spMkLst>
        </pc:spChg>
        <pc:spChg chg="del">
          <ac:chgData name="akanshu662@outlook.com" userId="860f1018bdd4e2e6" providerId="LiveId" clId="{E128FBA8-8DA0-4A28-89F0-EAEEF3D060D2}" dt="2026-05-22T10:04:06.718" v="7" actId="478"/>
          <ac:spMkLst>
            <pc:docMk/>
            <pc:sldMk cId="3022053714" sldId="264"/>
            <ac:spMk id="9" creationId="{3E8DB730-5A87-8B7F-1B84-C07186EEC811}"/>
          </ac:spMkLst>
        </pc:spChg>
        <pc:spChg chg="del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10" creationId="{CD443235-0893-B78F-3474-77D83340123D}"/>
          </ac:spMkLst>
        </pc:spChg>
        <pc:spChg chg="del">
          <ac:chgData name="akanshu662@outlook.com" userId="860f1018bdd4e2e6" providerId="LiveId" clId="{E128FBA8-8DA0-4A28-89F0-EAEEF3D060D2}" dt="2026-05-22T10:03:54.254" v="5" actId="478"/>
          <ac:spMkLst>
            <pc:docMk/>
            <pc:sldMk cId="3022053714" sldId="264"/>
            <ac:spMk id="11" creationId="{7599B611-7914-17A0-8874-257CD0DD1D2C}"/>
          </ac:spMkLst>
        </pc:spChg>
        <pc:spChg chg="del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12" creationId="{3D961DCC-4DBF-F435-1D83-E03F5351C0D8}"/>
          </ac:spMkLst>
        </pc:spChg>
        <pc:spChg chg="del">
          <ac:chgData name="akanshu662@outlook.com" userId="860f1018bdd4e2e6" providerId="LiveId" clId="{E128FBA8-8DA0-4A28-89F0-EAEEF3D060D2}" dt="2026-05-22T10:04:06.718" v="7" actId="478"/>
          <ac:spMkLst>
            <pc:docMk/>
            <pc:sldMk cId="3022053714" sldId="264"/>
            <ac:spMk id="13" creationId="{26AF2258-4947-912A-16C2-3CC9E2AF28FA}"/>
          </ac:spMkLst>
        </pc:spChg>
        <pc:spChg chg="del">
          <ac:chgData name="akanshu662@outlook.com" userId="860f1018bdd4e2e6" providerId="LiveId" clId="{E128FBA8-8DA0-4A28-89F0-EAEEF3D060D2}" dt="2026-05-22T10:03:54.254" v="5" actId="478"/>
          <ac:spMkLst>
            <pc:docMk/>
            <pc:sldMk cId="3022053714" sldId="264"/>
            <ac:spMk id="14" creationId="{F149AB22-70F6-72AD-E63D-4E02C223470E}"/>
          </ac:spMkLst>
        </pc:spChg>
        <pc:spChg chg="del">
          <ac:chgData name="akanshu662@outlook.com" userId="860f1018bdd4e2e6" providerId="LiveId" clId="{E128FBA8-8DA0-4A28-89F0-EAEEF3D060D2}" dt="2026-05-22T10:03:54.254" v="5" actId="478"/>
          <ac:spMkLst>
            <pc:docMk/>
            <pc:sldMk cId="3022053714" sldId="264"/>
            <ac:spMk id="15" creationId="{10909687-1F90-7F07-2E37-BB153716D68B}"/>
          </ac:spMkLst>
        </pc:spChg>
        <pc:spChg chg="del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16" creationId="{721453E1-13BE-86D1-807C-74C27FF6942E}"/>
          </ac:spMkLst>
        </pc:spChg>
        <pc:spChg chg="del">
          <ac:chgData name="akanshu662@outlook.com" userId="860f1018bdd4e2e6" providerId="LiveId" clId="{E128FBA8-8DA0-4A28-89F0-EAEEF3D060D2}" dt="2026-05-22T10:04:06.718" v="7" actId="478"/>
          <ac:spMkLst>
            <pc:docMk/>
            <pc:sldMk cId="3022053714" sldId="264"/>
            <ac:spMk id="17" creationId="{53AD586C-F24F-0C12-7436-2CD6440FA699}"/>
          </ac:spMkLst>
        </pc:spChg>
        <pc:spChg chg="del">
          <ac:chgData name="akanshu662@outlook.com" userId="860f1018bdd4e2e6" providerId="LiveId" clId="{E128FBA8-8DA0-4A28-89F0-EAEEF3D060D2}" dt="2026-05-22T10:03:54.254" v="5" actId="478"/>
          <ac:spMkLst>
            <pc:docMk/>
            <pc:sldMk cId="3022053714" sldId="264"/>
            <ac:spMk id="18" creationId="{00D20879-C599-7D08-01EF-D979CCF676A6}"/>
          </ac:spMkLst>
        </pc:spChg>
        <pc:spChg chg="del">
          <ac:chgData name="akanshu662@outlook.com" userId="860f1018bdd4e2e6" providerId="LiveId" clId="{E128FBA8-8DA0-4A28-89F0-EAEEF3D060D2}" dt="2026-05-22T10:03:54.254" v="5" actId="478"/>
          <ac:spMkLst>
            <pc:docMk/>
            <pc:sldMk cId="3022053714" sldId="264"/>
            <ac:spMk id="19" creationId="{3012E5A8-9678-20B2-AA24-69F6AEF26AC3}"/>
          </ac:spMkLst>
        </pc:spChg>
        <pc:spChg chg="del">
          <ac:chgData name="akanshu662@outlook.com" userId="860f1018bdd4e2e6" providerId="LiveId" clId="{E128FBA8-8DA0-4A28-89F0-EAEEF3D060D2}" dt="2026-05-22T10:04:06.718" v="7" actId="478"/>
          <ac:spMkLst>
            <pc:docMk/>
            <pc:sldMk cId="3022053714" sldId="264"/>
            <ac:spMk id="21" creationId="{904702CA-49CC-D007-16D8-8EE05A53F68B}"/>
          </ac:spMkLst>
        </pc:spChg>
        <pc:spChg chg="del">
          <ac:chgData name="akanshu662@outlook.com" userId="860f1018bdd4e2e6" providerId="LiveId" clId="{E128FBA8-8DA0-4A28-89F0-EAEEF3D060D2}" dt="2026-05-22T10:04:06.718" v="7" actId="478"/>
          <ac:spMkLst>
            <pc:docMk/>
            <pc:sldMk cId="3022053714" sldId="264"/>
            <ac:spMk id="22" creationId="{95B4D069-1D12-BA55-311E-86405C00AEA3}"/>
          </ac:spMkLst>
        </pc:spChg>
        <pc:spChg chg="del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23" creationId="{FD895BD9-9D26-E2AF-283E-D4D5201A7564}"/>
          </ac:spMkLst>
        </pc:spChg>
        <pc:spChg chg="del">
          <ac:chgData name="akanshu662@outlook.com" userId="860f1018bdd4e2e6" providerId="LiveId" clId="{E128FBA8-8DA0-4A28-89F0-EAEEF3D060D2}" dt="2026-05-22T10:03:45.759" v="3" actId="478"/>
          <ac:spMkLst>
            <pc:docMk/>
            <pc:sldMk cId="3022053714" sldId="264"/>
            <ac:spMk id="24" creationId="{E1768BA6-155B-E85E-546D-27022A9CD223}"/>
          </ac:spMkLst>
        </pc:spChg>
        <pc:spChg chg="del">
          <ac:chgData name="akanshu662@outlook.com" userId="860f1018bdd4e2e6" providerId="LiveId" clId="{E128FBA8-8DA0-4A28-89F0-EAEEF3D060D2}" dt="2026-05-22T10:03:45.759" v="3" actId="478"/>
          <ac:spMkLst>
            <pc:docMk/>
            <pc:sldMk cId="3022053714" sldId="264"/>
            <ac:spMk id="25" creationId="{B04556EA-5368-8E8A-3AB6-0B3B917930CE}"/>
          </ac:spMkLst>
        </pc:spChg>
        <pc:spChg chg="del">
          <ac:chgData name="akanshu662@outlook.com" userId="860f1018bdd4e2e6" providerId="LiveId" clId="{E128FBA8-8DA0-4A28-89F0-EAEEF3D060D2}" dt="2026-05-22T10:03:45.759" v="3" actId="478"/>
          <ac:spMkLst>
            <pc:docMk/>
            <pc:sldMk cId="3022053714" sldId="264"/>
            <ac:spMk id="26" creationId="{A026E319-895D-F191-9400-3037B6541FDE}"/>
          </ac:spMkLst>
        </pc:spChg>
        <pc:spChg chg="del">
          <ac:chgData name="akanshu662@outlook.com" userId="860f1018bdd4e2e6" providerId="LiveId" clId="{E128FBA8-8DA0-4A28-89F0-EAEEF3D060D2}" dt="2026-05-22T10:03:45.759" v="3" actId="478"/>
          <ac:spMkLst>
            <pc:docMk/>
            <pc:sldMk cId="3022053714" sldId="264"/>
            <ac:spMk id="27" creationId="{2911BD71-4D93-B1C6-5A1A-93D09DF83E55}"/>
          </ac:spMkLst>
        </pc:spChg>
        <pc:spChg chg="del">
          <ac:chgData name="akanshu662@outlook.com" userId="860f1018bdd4e2e6" providerId="LiveId" clId="{E128FBA8-8DA0-4A28-89F0-EAEEF3D060D2}" dt="2026-05-22T10:03:49.134" v="4" actId="478"/>
          <ac:spMkLst>
            <pc:docMk/>
            <pc:sldMk cId="3022053714" sldId="264"/>
            <ac:spMk id="28" creationId="{3092AA02-C8D2-3095-FBEB-B5FEF3E4E8C6}"/>
          </ac:spMkLst>
        </pc:spChg>
        <pc:spChg chg="del">
          <ac:chgData name="akanshu662@outlook.com" userId="860f1018bdd4e2e6" providerId="LiveId" clId="{E128FBA8-8DA0-4A28-89F0-EAEEF3D060D2}" dt="2026-05-22T10:03:49.134" v="4" actId="478"/>
          <ac:spMkLst>
            <pc:docMk/>
            <pc:sldMk cId="3022053714" sldId="264"/>
            <ac:spMk id="29" creationId="{807A3710-E2C6-16C2-920C-07B3750118B2}"/>
          </ac:spMkLst>
        </pc:spChg>
        <pc:spChg chg="del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30" creationId="{F9B5EBE4-00D7-11BC-DC7A-14DCA106BEF9}"/>
          </ac:spMkLst>
        </pc:spChg>
        <pc:spChg chg="del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31" creationId="{E3A1990E-4343-6D9A-3BA4-8E82E4940FC4}"/>
          </ac:spMkLst>
        </pc:spChg>
        <pc:spChg chg="del">
          <ac:chgData name="akanshu662@outlook.com" userId="860f1018bdd4e2e6" providerId="LiveId" clId="{E128FBA8-8DA0-4A28-89F0-EAEEF3D060D2}" dt="2026-05-22T10:03:49.134" v="4" actId="478"/>
          <ac:spMkLst>
            <pc:docMk/>
            <pc:sldMk cId="3022053714" sldId="264"/>
            <ac:spMk id="32" creationId="{34ED6F89-5643-D0DB-77CC-E74434F9EF96}"/>
          </ac:spMkLst>
        </pc:spChg>
        <pc:spChg chg="del">
          <ac:chgData name="akanshu662@outlook.com" userId="860f1018bdd4e2e6" providerId="LiveId" clId="{E128FBA8-8DA0-4A28-89F0-EAEEF3D060D2}" dt="2026-05-22T10:03:45.759" v="3" actId="478"/>
          <ac:spMkLst>
            <pc:docMk/>
            <pc:sldMk cId="3022053714" sldId="264"/>
            <ac:spMk id="33" creationId="{98857C2F-ECD7-2DFE-9373-6949F4D538F8}"/>
          </ac:spMkLst>
        </pc:spChg>
        <pc:spChg chg="del">
          <ac:chgData name="akanshu662@outlook.com" userId="860f1018bdd4e2e6" providerId="LiveId" clId="{E128FBA8-8DA0-4A28-89F0-EAEEF3D060D2}" dt="2026-05-22T10:03:45.759" v="3" actId="478"/>
          <ac:spMkLst>
            <pc:docMk/>
            <pc:sldMk cId="3022053714" sldId="264"/>
            <ac:spMk id="34" creationId="{BB84E4D3-70A1-B82E-4F0C-D494CEFC7985}"/>
          </ac:spMkLst>
        </pc:spChg>
        <pc:spChg chg="del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35" creationId="{B951CB11-9994-9BB0-A7CD-F9DE10527028}"/>
          </ac:spMkLst>
        </pc:spChg>
        <pc:spChg chg="del">
          <ac:chgData name="akanshu662@outlook.com" userId="860f1018bdd4e2e6" providerId="LiveId" clId="{E128FBA8-8DA0-4A28-89F0-EAEEF3D060D2}" dt="2026-05-22T10:03:49.134" v="4" actId="478"/>
          <ac:spMkLst>
            <pc:docMk/>
            <pc:sldMk cId="3022053714" sldId="264"/>
            <ac:spMk id="36" creationId="{77832991-EF91-93CE-148E-E26FB98FC1C6}"/>
          </ac:spMkLst>
        </pc:spChg>
        <pc:spChg chg="del">
          <ac:chgData name="akanshu662@outlook.com" userId="860f1018bdd4e2e6" providerId="LiveId" clId="{E128FBA8-8DA0-4A28-89F0-EAEEF3D060D2}" dt="2026-05-22T10:03:45.759" v="3" actId="478"/>
          <ac:spMkLst>
            <pc:docMk/>
            <pc:sldMk cId="3022053714" sldId="264"/>
            <ac:spMk id="37" creationId="{363C63D3-75B3-82D9-2070-A2A71D5988B7}"/>
          </ac:spMkLst>
        </pc:spChg>
        <pc:spChg chg="del">
          <ac:chgData name="akanshu662@outlook.com" userId="860f1018bdd4e2e6" providerId="LiveId" clId="{E128FBA8-8DA0-4A28-89F0-EAEEF3D060D2}" dt="2026-05-22T10:03:49.134" v="4" actId="478"/>
          <ac:spMkLst>
            <pc:docMk/>
            <pc:sldMk cId="3022053714" sldId="264"/>
            <ac:spMk id="38" creationId="{D0AFA8F3-BF9E-946C-558F-C77CA61651BF}"/>
          </ac:spMkLst>
        </pc:spChg>
        <pc:spChg chg="del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39" creationId="{15E1BFAA-5827-7AC7-F9F3-F67D770C597E}"/>
          </ac:spMkLst>
        </pc:spChg>
        <pc:spChg chg="del">
          <ac:chgData name="akanshu662@outlook.com" userId="860f1018bdd4e2e6" providerId="LiveId" clId="{E128FBA8-8DA0-4A28-89F0-EAEEF3D060D2}" dt="2026-05-22T10:03:59.280" v="6" actId="478"/>
          <ac:spMkLst>
            <pc:docMk/>
            <pc:sldMk cId="3022053714" sldId="264"/>
            <ac:spMk id="40" creationId="{69FCD908-B269-81C6-F785-23BE8568CF96}"/>
          </ac:spMkLst>
        </pc:spChg>
        <pc:spChg chg="del">
          <ac:chgData name="akanshu662@outlook.com" userId="860f1018bdd4e2e6" providerId="LiveId" clId="{E128FBA8-8DA0-4A28-89F0-EAEEF3D060D2}" dt="2026-05-22T10:03:45.759" v="3" actId="478"/>
          <ac:spMkLst>
            <pc:docMk/>
            <pc:sldMk cId="3022053714" sldId="264"/>
            <ac:spMk id="41" creationId="{CB1489EE-1475-BD8F-21E0-3EC525CE61AC}"/>
          </ac:spMkLst>
        </pc:spChg>
        <pc:spChg chg="del">
          <ac:chgData name="akanshu662@outlook.com" userId="860f1018bdd4e2e6" providerId="LiveId" clId="{E128FBA8-8DA0-4A28-89F0-EAEEF3D060D2}" dt="2026-05-22T10:03:59.280" v="6" actId="478"/>
          <ac:spMkLst>
            <pc:docMk/>
            <pc:sldMk cId="3022053714" sldId="264"/>
            <ac:spMk id="42" creationId="{A5770533-1B31-A75B-2E7D-35F1389945B1}"/>
          </ac:spMkLst>
        </pc:spChg>
        <pc:spChg chg="del">
          <ac:chgData name="akanshu662@outlook.com" userId="860f1018bdd4e2e6" providerId="LiveId" clId="{E128FBA8-8DA0-4A28-89F0-EAEEF3D060D2}" dt="2026-05-22T10:04:06.718" v="7" actId="478"/>
          <ac:spMkLst>
            <pc:docMk/>
            <pc:sldMk cId="3022053714" sldId="264"/>
            <ac:spMk id="43" creationId="{0AFA1701-0E37-AFE9-2399-036D34F4BF24}"/>
          </ac:spMkLst>
        </pc:spChg>
        <pc:spChg chg="add del mod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44" creationId="{E7506E0D-B125-B2D9-6101-5DB4A47CF3BA}"/>
          </ac:spMkLst>
        </pc:spChg>
        <pc:spChg chg="add del mod">
          <ac:chgData name="akanshu662@outlook.com" userId="860f1018bdd4e2e6" providerId="LiveId" clId="{E128FBA8-8DA0-4A28-89F0-EAEEF3D060D2}" dt="2026-05-22T10:03:49.134" v="4" actId="478"/>
          <ac:spMkLst>
            <pc:docMk/>
            <pc:sldMk cId="3022053714" sldId="264"/>
            <ac:spMk id="45" creationId="{37D01BB2-8092-0A0F-8F43-5CE7329D9601}"/>
          </ac:spMkLst>
        </pc:spChg>
        <pc:spChg chg="add del mod">
          <ac:chgData name="akanshu662@outlook.com" userId="860f1018bdd4e2e6" providerId="LiveId" clId="{E128FBA8-8DA0-4A28-89F0-EAEEF3D060D2}" dt="2026-05-22T10:03:49.134" v="4" actId="478"/>
          <ac:spMkLst>
            <pc:docMk/>
            <pc:sldMk cId="3022053714" sldId="264"/>
            <ac:spMk id="46" creationId="{63050E5A-FEB2-025B-8CD8-971612265956}"/>
          </ac:spMkLst>
        </pc:spChg>
        <pc:spChg chg="add del mod">
          <ac:chgData name="akanshu662@outlook.com" userId="860f1018bdd4e2e6" providerId="LiveId" clId="{E128FBA8-8DA0-4A28-89F0-EAEEF3D060D2}" dt="2026-05-22T10:03:27.162" v="2" actId="478"/>
          <ac:spMkLst>
            <pc:docMk/>
            <pc:sldMk cId="3022053714" sldId="264"/>
            <ac:spMk id="47" creationId="{03504BFC-C76B-F0BF-B415-410E9140E623}"/>
          </ac:spMkLst>
        </pc:spChg>
      </pc:sldChg>
      <pc:sldChg chg="add del setBg">
        <pc:chgData name="akanshu662@outlook.com" userId="860f1018bdd4e2e6" providerId="LiveId" clId="{E128FBA8-8DA0-4A28-89F0-EAEEF3D060D2}" dt="2026-05-22T10:04:10.841" v="9"/>
        <pc:sldMkLst>
          <pc:docMk/>
          <pc:sldMk cId="1766552069" sldId="265"/>
        </pc:sldMkLst>
      </pc:sldChg>
      <pc:sldChg chg="add del setBg">
        <pc:chgData name="akanshu662@outlook.com" userId="860f1018bdd4e2e6" providerId="LiveId" clId="{E128FBA8-8DA0-4A28-89F0-EAEEF3D060D2}" dt="2026-05-22T10:04:20.382" v="11"/>
        <pc:sldMkLst>
          <pc:docMk/>
          <pc:sldMk cId="2370809853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89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AIVOA.AI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QMS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Quality Management Systems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Real-World API &amp; FDF Manufacturing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4434840"/>
            <a:ext cx="841248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Metformin HCl (API)  →  Metformin 500mg Tablets (FDF)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Quality Management System (QMS)?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82880"/>
            <a:ext cx="18288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143000"/>
            <a:ext cx="8321040" cy="9601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64008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QMS is a structured framework of processes, procedures, and responsibilities that pharmaceutical manufacturers use to achieve and maintain product quality—ensuring every batch meets regulatory standards (FDA 21 CFR, ICH Q10, GMP).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19659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423160"/>
            <a:ext cx="914400" cy="91440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606040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4107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3794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investigate unexpected events in manufacturing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32888" y="2286000"/>
            <a:ext cx="19659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54096" y="2423160"/>
            <a:ext cx="914400" cy="9144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606040"/>
            <a:ext cx="566928" cy="5669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32888" y="34107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24328" y="3794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&amp; Preventive Actions to eliminate root causes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54296" y="2286000"/>
            <a:ext cx="19659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75504" y="2423160"/>
            <a:ext cx="914400" cy="9144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606040"/>
            <a:ext cx="566928" cy="5669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54296" y="34107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745736" y="3794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&amp; release testing for every batch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775704" y="2286000"/>
            <a:ext cx="19659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296912" y="2423160"/>
            <a:ext cx="914400" cy="9144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2606040"/>
            <a:ext cx="566928" cy="5669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75704" y="34107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&amp; Audits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67144" y="3794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withdrawals &amp; periodic system reviews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Material to Patient-Ready Tablet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3840480" cy="31546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0020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—  Active Pharmaceutical Ingredient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Hydrochloride (HCl)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Antidiabetic drug — widely manufactured globally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via chemical synthesis (guanidine + dimethylamine)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meet USP/Ph.Eur. purity standards (≥99.0%)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tests: Assay, Related substances, Heavy metals, Particle size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3063240"/>
            <a:ext cx="457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92040" y="1600200"/>
            <a:ext cx="3840480" cy="315468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600200"/>
            <a:ext cx="3840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FDF  —  Finished Dosage 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HCl 500mg Immediate-Release Tablets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solid dosage for Type 2 Diabetes patients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Excipients: Povidone, Magnesium stearate, HPMC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meet dissolution (≥80% in 45 min), hardness, uniformity specs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in HDPE bottles or blister packs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QMS Lifecycle: Metformin Manufacturing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572768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07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&amp; Testing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93392" y="14630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75688" y="1143000"/>
            <a:ext cx="1572768" cy="1280160"/>
          </a:xfrm>
          <a:prstGeom prst="rect">
            <a:avLst/>
          </a:prstGeom>
          <a:solidFill>
            <a:srgbClr val="3B82F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75688" y="1207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75688" y="15727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Synthesis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In-Process QC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4630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39896" y="1143000"/>
            <a:ext cx="1572768" cy="128016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9896" y="1207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39896" y="15727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FDF Manufacturing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Granulation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21808" y="14630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04104" y="1143000"/>
            <a:ext cx="1572768" cy="1280160"/>
          </a:xfrm>
          <a:prstGeom prst="rect">
            <a:avLst/>
          </a:prstGeom>
          <a:solidFill>
            <a:srgbClr val="22C55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04104" y="1207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04104" y="15727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Release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86016" y="146304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68312" y="1143000"/>
            <a:ext cx="1572768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68312" y="1207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68312" y="15727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Distribution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Surveillance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578608"/>
            <a:ext cx="1572768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578608"/>
            <a:ext cx="1572768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651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Modules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2944368"/>
            <a:ext cx="1444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CoA check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if out-of-spec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rejection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75688" y="2578608"/>
            <a:ext cx="1572768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75688" y="2578608"/>
            <a:ext cx="1572768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2075688" y="2651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Modules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39696" y="2944368"/>
            <a:ext cx="1444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 review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deviation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check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39896" y="2578608"/>
            <a:ext cx="1572768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39896" y="2578608"/>
            <a:ext cx="1572768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739896" y="2651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Modules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03904" y="2944368"/>
            <a:ext cx="1444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uniformity check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monitoring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if needed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04104" y="2578608"/>
            <a:ext cx="1572768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04104" y="2578608"/>
            <a:ext cx="1572768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5404104" y="2651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Modules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68112" y="2944368"/>
            <a:ext cx="1444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generation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 release sign-off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OOS investigation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68312" y="2578608"/>
            <a:ext cx="1572768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68312" y="2578608"/>
            <a:ext cx="1572768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7068312" y="26517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Modules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32320" y="2944368"/>
            <a:ext cx="14447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 surveillance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management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423160"/>
            <a:ext cx="8321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Dot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Dive: Deviation &amp; CAPA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During Metformin tablet compression, 3 tablets in Batch #MT-2024-078 failed hardness specs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54864" cy="3246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REPORT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938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Detection: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65960" y="1920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operator flags 3 tablets.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871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487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Immediate Action: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65960" y="24871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quarantined.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540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0540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Documentation: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305409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raised in QMS. Batch record annotated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210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36210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Investigation: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65960" y="362102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punch tooling wear + over-lubrication.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19709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879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Impact Assessment: 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65960" y="41879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Retesting of 20 tablets. 17 pass. Batch partially released after QP review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1508760"/>
            <a:ext cx="0" cy="3246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617720" y="1508760"/>
            <a:ext cx="54864" cy="3246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5087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(Corrective &amp; Preventive Action)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92938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92024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Action: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worn punches.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4963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4871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0" y="24871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Verified: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batch confirms hardness— within spec across all tablets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0632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0540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30540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Action: 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3054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punch wear check every.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630168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6210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3621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36210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retrained on over-lubrication risks. Training records filed in QMS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419709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41879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064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Check: 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55080" y="41879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batches monitored. No recurrence in 6-month review. CAPA closed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QMS Modules Interconnect — The AIVOA.AI Advantage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566160" y="1828800"/>
            <a:ext cx="2011680" cy="1371600"/>
          </a:xfrm>
          <a:prstGeom prst="ellipse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5960" y="1691640"/>
            <a:ext cx="178308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965960" y="3611880"/>
            <a:ext cx="17830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6583680" y="1691640"/>
            <a:ext cx="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6583680" y="3611880"/>
            <a:ext cx="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4617720" y="3931920"/>
            <a:ext cx="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274320" y="109728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9728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11887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148132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classify &amp; investigate deviations in real-time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31089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root causes to actions with effectiveness tracking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109728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1097280"/>
            <a:ext cx="54864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711696" y="11887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11696" y="148132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SOPs, equipment, and process changes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01752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301752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711696" y="31089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1696" y="34015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batch records with e-signature &amp; audit trail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393192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3931920"/>
            <a:ext cx="54864" cy="9601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Text 27"/>
          <p:cNvSpPr/>
          <p:nvPr/>
        </p:nvSpPr>
        <p:spPr>
          <a:xfrm>
            <a:off x="3419856" y="40233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Compliance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19856" y="43159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training on SOP updates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7548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AIVOA.AI digitizes this entire interconnected QMS ecosystem — replacing paper, email chains, and spreadsheets with intelligent, audit-ready workflows.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QMS in Pharmaceutical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777240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2880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is the backbone of GMP compliance — every deviation, CAPA, and test is documented and traceable.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1480" y="2395728"/>
            <a:ext cx="777240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871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44144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and CAPAs are interconnected — a deviation always triggers investigation and potentially a CAPA.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1480" y="3008376"/>
            <a:ext cx="777240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9981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054096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happen at every stage: incoming RM, in-process, and final release — not just at the end.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11480" y="3621024"/>
            <a:ext cx="777240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1246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666744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are rare but critical — QMS provides the traceability needed to act within hours, not days.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11480" y="4233672"/>
            <a:ext cx="7772400" cy="530352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325112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42793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AIVOA.AI transforms these manual, paper-heavy workflows into intelligent, connected digital systems.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660</Words>
  <Application>Microsoft Office PowerPoint</Application>
  <PresentationFormat>On-screen Show (16:9)</PresentationFormat>
  <Paragraphs>136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QMS Workflow – AIVOA.AI</dc:title>
  <dc:subject>PptxGenJS Presentation</dc:subject>
  <dc:creator>PptxGenJS</dc:creator>
  <cp:lastModifiedBy>akanshu662@outlook.com</cp:lastModifiedBy>
  <cp:revision>2</cp:revision>
  <dcterms:created xsi:type="dcterms:W3CDTF">2026-05-22T09:39:34Z</dcterms:created>
  <dcterms:modified xsi:type="dcterms:W3CDTF">2026-05-22T10:24:26Z</dcterms:modified>
</cp:coreProperties>
</file>